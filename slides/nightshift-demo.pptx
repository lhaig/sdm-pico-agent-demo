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D6A4"/>
          </a:solidFill>
          <a:ln w="12700">
            <a:solidFill>
              <a:srgbClr val="4DD6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autonomous agent, on call, under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277A"/>
                </a:solidFill>
              </a:rPr>
              <a:t>One live incident. One machine identity. Every action governed.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No recording and no customer footage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Real data, real incident, real approval, real denials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StrongDM controls identity, data, actions, escalation, and evidence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65F70"/>
                </a:solidFill>
              </a:rPr>
              <a:t>PROJECT NIGHTSHIFT  |  FULLY LIVE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D6A4"/>
          </a:solidFill>
          <a:ln w="12700">
            <a:solidFill>
              <a:srgbClr val="4DD6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without seeing everything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277A"/>
                </a:solidFill>
              </a:rPr>
              <a:t>Standing read access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PII is redacted before the result reaches the model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Customer queries remain useful instead of being blocked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Every statement is attributed to nightshift-agent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65F70"/>
                </a:solidFill>
              </a:rPr>
              <a:t>PROJECT NIGHTSHIFT  |  FULLY LIVE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455D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Standing access cannot write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277A"/>
                </a:solidFill>
              </a:rPr>
              <a:t>The first hard boundary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The database session remains open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The attempted UPDATE is denied as an individual action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No prompt instruction can expand the StrongDM mandate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65F70"/>
                </a:solidFill>
              </a:rPr>
              <a:t>PROJECT NIGHTSHIFT  |  FULLY LIVE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D6A4"/>
          </a:solidFill>
          <a:ln w="12700">
            <a:solidFill>
              <a:srgbClr val="4DD6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 opens a different door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277A"/>
                </a:solidFill>
              </a:rPr>
              <a:t>15-minute remediation resource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The agent submits incident ID, exact SQL, predicate, row count, and rollback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A human approves in Slack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Cedar still permits only UPDATE public.orders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65F70"/>
                </a:solidFill>
              </a:rPr>
              <a:t>PROJECT NIGHTSHIFT  |  FULLY LIVE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D6A4"/>
          </a:solidFill>
          <a:ln w="12700">
            <a:solidFill>
              <a:srgbClr val="4DD6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tools are production actions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277A"/>
                </a:solidFill>
              </a:rPr>
              <a:t>Explicit allowlists fail closed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The agent may read incidents and append evidence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It may create proposals, but it may not merge code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New or renamed upstream tools are unavailable until reviewed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65F70"/>
                </a:solidFill>
              </a:rPr>
              <a:t>PROJECT NIGHTSHIFT  |  FULLY LIVE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D6A4"/>
          </a:solidFill>
          <a:ln w="12700">
            <a:solidFill>
              <a:srgbClr val="4DD6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record includes attempted actions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277A"/>
                </a:solidFill>
              </a:rPr>
              <a:t>Evidence, not inference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Allowed reads and redacted results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Denied standing write and denied MCP merge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Access request, human approval, bounded remediation, and expiry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65F70"/>
                </a:solidFill>
              </a:rPr>
              <a:t>PROJECT NIGHTSHIFT  |  FULLY LIVE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B277A"/>
          </a:solidFill>
          <a:ln w="12700">
            <a:solidFill>
              <a:srgbClr val="4B2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will keep getting production access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277A"/>
                </a:solidFill>
              </a:rPr>
              <a:t>The question is whether that access runs through something that can say no.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Identity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Least privilege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Human approval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Action-level policy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71329"/>
                </a:solidFill>
              </a:rPr>
              <a:t>Audit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65F70"/>
                </a:solidFill>
              </a:rPr>
              <a:t>PROJECT NIGHTSHIFT  |  FULLY LIVE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Delinea + StrongDM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Nightshift</dc:title>
  <dc:subject>StrongDM governance for autonomous agents</dc:subject>
  <dc:creator>Project Nightshift</dc:creator>
  <cp:lastModifiedBy>Project Nightshift</cp:lastModifiedBy>
  <cp:revision>1</cp:revision>
  <dcterms:created xsi:type="dcterms:W3CDTF">2026-09-04T20:05:15Z</dcterms:created>
  <dcterms:modified xsi:type="dcterms:W3CDTF">2026-09-04T20:05:15Z</dcterms:modified>
</cp:coreProperties>
</file>