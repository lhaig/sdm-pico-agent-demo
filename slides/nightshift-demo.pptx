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DD6A4"/>
          </a:solidFill>
          <a:ln w="12700">
            <a:solidFill>
              <a:srgbClr val="4DD6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3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autonomous agent, on call, under control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277A"/>
                </a:solidFill>
              </a:rPr>
              <a:t>One live incident. One machine identity. Every action governed.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05840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No recording and no customer footage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Real data, real incident, real approval, real denials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StrongDM controls identity, data, actions, escalation, and evidence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8580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65F70"/>
                </a:solidFill>
              </a:rPr>
              <a:t>PROJECT NIGHTSHIFT  |  FULLY LIVE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DD6A4"/>
          </a:solidFill>
          <a:ln w="12700">
            <a:solidFill>
              <a:srgbClr val="4DD6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3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Useful without seeing everything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277A"/>
                </a:solidFill>
              </a:rPr>
              <a:t>Standing read access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05840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PII is redacted before the result reaches the model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Customer queries remain useful instead of being blocked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Every statement is attributed to nightshift-agent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8580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65F70"/>
                </a:solidFill>
              </a:rPr>
              <a:t>PROJECT NIGHTSHIFT  |  FULLY LIVE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6455D"/>
          </a:solidFill>
          <a:ln w="12700">
            <a:solidFill>
              <a:srgbClr val="D6455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3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Standing access cannot write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277A"/>
                </a:solidFill>
              </a:rPr>
              <a:t>The first hard boundary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05840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The database session remains open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The attempted UPDATE is denied as an individual action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No prompt instruction can expand the StrongDM mandate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8580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65F70"/>
                </a:solidFill>
              </a:rPr>
              <a:t>PROJECT NIGHTSHIFT  |  FULLY LIVE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DD6A4"/>
          </a:solidFill>
          <a:ln w="12700">
            <a:solidFill>
              <a:srgbClr val="4DD6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3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Approval opens a different door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277A"/>
                </a:solidFill>
              </a:rPr>
              <a:t>15-minute remediation resource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05840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The agent submits incident ID, exact SQL, predicate, row count, and rollback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A human approves in Slack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Cedar still permits only UPDATE public.orders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8580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65F70"/>
                </a:solidFill>
              </a:rPr>
              <a:t>PROJECT NIGHTSHIFT  |  FULLY LIVE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DD6A4"/>
          </a:solidFill>
          <a:ln w="12700">
            <a:solidFill>
              <a:srgbClr val="4DD6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3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tools are production actions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277A"/>
                </a:solidFill>
              </a:rPr>
              <a:t>Explicit allowlists fail closed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05840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The agent may read incidents and append evidence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It may create proposals, but it may not merge code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New or renamed upstream tools are unavailable until reviewed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8580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65F70"/>
                </a:solidFill>
              </a:rPr>
              <a:t>PROJECT NIGHTSHIFT  |  FULLY LIVE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DD6A4"/>
          </a:solidFill>
          <a:ln w="12700">
            <a:solidFill>
              <a:srgbClr val="4DD6A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3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record includes attempted actions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277A"/>
                </a:solidFill>
              </a:rPr>
              <a:t>Evidence, not inference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05840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Allowed reads and redacted results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Denied standing write and denied MCP merge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Access request, human approval, bounded remediation, and expiry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8580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65F70"/>
                </a:solidFill>
              </a:rPr>
              <a:t>PROJECT NIGHTSHIFT  |  FULLY LIVE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B277A"/>
          </a:solidFill>
          <a:ln w="12700">
            <a:solidFill>
              <a:srgbClr val="4B277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132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Agents will keep getting production access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B277A"/>
                </a:solidFill>
              </a:rPr>
              <a:t>The question is whether that access runs through something that can say no.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14400" y="2011680"/>
            <a:ext cx="10058400" cy="39319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Identity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Least privilege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Human approval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Action-level policy</a:t>
            </a:r>
            <a:endParaRPr lang="en-US" sz="2100" dirty="0"/>
          </a:p>
          <a:p>
            <a:pPr marL="228600" indent="-228600">
              <a:buSzPct val="100000"/>
              <a:buChar char="•"/>
            </a:pPr>
            <a:r>
              <a:rPr lang="en-US" sz="2100" dirty="0">
                <a:solidFill>
                  <a:srgbClr val="171329"/>
                </a:solidFill>
              </a:rPr>
              <a:t>Audit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85800" y="64465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665F70"/>
                </a:solidFill>
              </a:rPr>
              <a:t>PROJECT NIGHTSHIFT  |  FULLY LIVE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Delinea + StrongDM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Nightshift</dc:title>
  <dc:subject>StrongDM governance for autonomous agents</dc:subject>
  <dc:creator>Project Nightshift</dc:creator>
  <cp:lastModifiedBy>Project Nightshift</cp:lastModifiedBy>
  <cp:revision>1</cp:revision>
  <dcterms:created xsi:type="dcterms:W3CDTF">2026-09-07T20:09:23Z</dcterms:created>
  <dcterms:modified xsi:type="dcterms:W3CDTF">2026-09-07T20:09:23Z</dcterms:modified>
</cp:coreProperties>
</file>